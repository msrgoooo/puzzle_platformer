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5E4C16-1C9B-E411-DD14-E6E995BAF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B68BA07-F49F-DE77-FB4D-71F58A2E95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379DCB-D5D8-8BC7-8A3A-B740D5BF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CBF716-4229-41FA-7333-06EC7B87D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26D735-BE14-3992-151A-621EC29D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8727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CCC2E0-E339-FA91-05DA-138DC773D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41B85B-018A-F3AA-16DC-DA41492D6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4E0816A-B897-0106-F9E5-66984AC7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0D7A87-B595-77F3-63E3-95D0BB082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4B045E-5EA2-BAE6-7F12-ED3666986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0150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5D8075-0776-50CE-DECE-09474D3F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9ED49D-55F9-1BBC-570C-929AFA5D8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6DCD773-5ADE-A90F-29B0-0165231D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672F822-7898-41CE-F701-C1167ADF6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C9FE71-F737-DBC2-4DBB-DCFE0BC9B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8666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6A9800-F32A-2A98-8213-77ABCEDF0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177129-66E3-5818-5E87-08E8FC885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13C622-56C5-8720-9C99-295323984F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C551A5-0884-554E-BB4B-53B636EA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07AB3AE-AB75-60BA-9015-E31FEB278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8EF97AB-3A4D-6882-584B-26EE6B3D6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9331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5A7D41-8929-8BA8-82A3-6C9C2A6E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A936FE8-1747-82B0-FE8D-112B98570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3E164C-8673-59B7-BA9C-06E3B904B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1A555B8-ADFA-7082-06C1-7C2CAD0900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C318427-793B-877B-1C73-FC7C4220A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F160FA1-33D0-56A1-40B0-7EC63A60B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3D45C3E-47AC-512B-0176-43314C07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63459FD-285A-EB55-B2CD-C7D22544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2490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B8D5C-20C2-300A-4937-98EF78DBE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07A5955-89A3-E9AA-9F54-21A875E86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6872F23-896E-74D5-A5AB-C1D0FADE7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268CD54-8263-130F-0898-30CD27B40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53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8342E45-AA3E-C86C-A69F-625FE94D3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FF1698B-A455-15A1-EEF7-6A28B6BF0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035AD21-FCF0-A890-3469-07A5872E4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7766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4698BA-4462-37E8-E99B-27FCBE659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534CEF-ACAF-55B3-B228-24310361E5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5C82BC-0706-0829-7703-CEC0A0B0F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2536F3F-7E7B-41EA-4882-C29CB7613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8AE592-F28B-73F3-3021-BEA1BF474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8539741-06C2-3135-CEBE-26621773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4401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F41257-6409-EDDF-6FCC-DF90D04A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AE62A13-44AC-4E8D-9B07-3DBFDFDF9E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07C3041-D23A-40FA-4980-5E98F947B0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5BBCCFD-592F-8B0D-775A-D129EBDBD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0AFD30F-E2A5-2025-CC22-CF7DC9B25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7A083D-01D0-783B-C052-111AA5448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5492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53D79-CB5D-AEB2-6758-DE3C4A94E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BDECA66-449D-0F17-BD5B-B62BED937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0CA5EB8-6097-9391-0463-48ECDAEF6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3746FE-C869-3AB3-F3CB-2885C1E36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41A5F3-A8C2-81E4-79B2-9832163CE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99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85C046B-CB7C-9093-5FD3-C09B2B4E8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72AE920-8EFD-0FA7-81D4-83AB13F02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CC393A-7098-1899-B93B-CCAB4F12B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9CDF18D-A987-4360-9B9A-2DB6182D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A33ABD-0685-E351-A0B7-910DB60A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3833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045C08-CC35-8431-566D-6023F29F4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076572-A16C-8967-C6B7-ECEE9CBF6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4F9DC3F-3303-5E35-9778-453815699A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FD3C8-660F-4E0C-AFC6-78CA989ECA5C}" type="datetimeFigureOut">
              <a:rPr lang="ru-RU" smtClean="0"/>
              <a:t>20.01.2026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58D956-C11B-16C6-0857-37FDF84D4D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B39755-6080-335A-131E-4E54CE32C3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C50C8-BFBB-4952-9719-F207F0A647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137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C4D947-06F1-8917-B717-DB87B48AF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35621" y="674703"/>
            <a:ext cx="11996691" cy="1041971"/>
          </a:xfrm>
        </p:spPr>
        <p:txBody>
          <a:bodyPr/>
          <a:lstStyle/>
          <a:p>
            <a:r>
              <a:rPr lang="ru-RU" dirty="0"/>
              <a:t>Платформер с головоломкой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F017CA6-9E32-C7D1-C25C-2956F1CD81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91737" y="2208243"/>
            <a:ext cx="9144000" cy="1655762"/>
          </a:xfrm>
        </p:spPr>
        <p:txBody>
          <a:bodyPr/>
          <a:lstStyle/>
          <a:p>
            <a:r>
              <a:rPr lang="ru-RU" dirty="0"/>
              <a:t>Авторы: Нечаева Маргарита и Силаева Марина</a:t>
            </a:r>
          </a:p>
        </p:txBody>
      </p:sp>
    </p:spTree>
    <p:extLst>
      <p:ext uri="{BB962C8B-B14F-4D97-AF65-F5344CB8AC3E}">
        <p14:creationId xmlns:p14="http://schemas.microsoft.com/office/powerpoint/2010/main" val="421404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47F066-EAF2-3614-27FA-0FC3027A7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03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Цели и задачи проекта: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018EDB-718A-EAE0-57B7-538927F34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084" y="1346231"/>
            <a:ext cx="11913832" cy="52942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Цель:</a:t>
            </a:r>
          </a:p>
          <a:p>
            <a:r>
              <a:rPr lang="ru-RU" dirty="0"/>
              <a:t>Создание обучающей </a:t>
            </a:r>
            <a:r>
              <a:rPr lang="ru-RU" dirty="0" err="1"/>
              <a:t>платформерной</a:t>
            </a:r>
            <a:r>
              <a:rPr lang="ru-RU" dirty="0"/>
              <a:t> игры с элементами головоломок для развития логического мышления</a:t>
            </a:r>
          </a:p>
          <a:p>
            <a:pPr marL="0" indent="0">
              <a:buNone/>
            </a:pPr>
            <a:r>
              <a:rPr lang="ru-RU" dirty="0"/>
              <a:t>Задачи:</a:t>
            </a:r>
          </a:p>
          <a:p>
            <a:r>
              <a:rPr lang="ru-RU" dirty="0"/>
              <a:t>Разработать игровой движок на Python с использованием библиотеки </a:t>
            </a:r>
            <a:r>
              <a:rPr lang="ru-RU" dirty="0" err="1"/>
              <a:t>Arcade</a:t>
            </a:r>
            <a:endParaRPr lang="ru-RU" dirty="0"/>
          </a:p>
          <a:p>
            <a:r>
              <a:rPr lang="ru-RU" dirty="0"/>
              <a:t>Реализовать физику движения персонажа и объектов</a:t>
            </a:r>
          </a:p>
          <a:p>
            <a:r>
              <a:rPr lang="ru-RU" dirty="0"/>
              <a:t>Создать 5 уникальных уровней с возрастающей сложностью</a:t>
            </a:r>
          </a:p>
          <a:p>
            <a:r>
              <a:rPr lang="ru-RU" dirty="0"/>
              <a:t>Разработать систему взаимодействия игрока с объектами</a:t>
            </a:r>
          </a:p>
          <a:p>
            <a:r>
              <a:rPr lang="ru-RU" dirty="0"/>
              <a:t>Реализовать пользовательский интерфейс и систему меню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3041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95DF5B-DA2B-400C-9F6B-17892A939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2CE91E-B644-B839-F3B0-BB207DCD5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9798"/>
            <a:ext cx="10515600" cy="5329777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Аналоги:</a:t>
            </a:r>
          </a:p>
          <a:p>
            <a:r>
              <a:rPr lang="en-US" dirty="0"/>
              <a:t>Mario</a:t>
            </a:r>
          </a:p>
          <a:p>
            <a:r>
              <a:rPr lang="ru-RU" dirty="0"/>
              <a:t>Любые платформеры с головоломками</a:t>
            </a:r>
          </a:p>
          <a:p>
            <a:pPr marL="0" indent="0">
              <a:buNone/>
            </a:pPr>
            <a:r>
              <a:rPr lang="ru-RU" dirty="0"/>
              <a:t>Преимущества  нашей игры:</a:t>
            </a:r>
          </a:p>
          <a:p>
            <a:r>
              <a:rPr lang="ru-RU" dirty="0"/>
              <a:t>Простота в реализации</a:t>
            </a:r>
            <a:endParaRPr lang="en-US" dirty="0"/>
          </a:p>
          <a:p>
            <a:r>
              <a:rPr lang="ru-RU" dirty="0"/>
              <a:t>Уникальная графика </a:t>
            </a:r>
            <a:r>
              <a:rPr lang="en-US"/>
              <a:t>Arcade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3215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375511-BF0A-C168-4925-7BB6AD73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9880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Процесс создания: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AD91CD-26F4-256F-3A6C-6FA838A3E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Планирование работы программы</a:t>
            </a:r>
          </a:p>
          <a:p>
            <a:r>
              <a:rPr lang="ru-RU" dirty="0"/>
              <a:t>Создание основных функций</a:t>
            </a:r>
          </a:p>
          <a:p>
            <a:r>
              <a:rPr lang="ru-RU" dirty="0"/>
              <a:t>Создание интерфейса</a:t>
            </a:r>
          </a:p>
          <a:p>
            <a:r>
              <a:rPr lang="ru-RU" dirty="0"/>
              <a:t>Добавление музыки и различных текстур</a:t>
            </a:r>
          </a:p>
          <a:p>
            <a:r>
              <a:rPr lang="ru-RU" dirty="0"/>
              <a:t>Тестирование правильности работы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439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9C3BE-530E-FF2B-E43D-A3EB1932D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Демонстрация работы: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909AD5-FD28-0D77-DF29-C7D57C6CB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469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ABF613-61C7-246B-EFED-24D0E2719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Итоги: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28A33A-535B-CBFA-9535-7136663E7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 нас получилась интересная игра, которая развивает мышление</a:t>
            </a:r>
          </a:p>
          <a:p>
            <a:r>
              <a:rPr lang="ru-RU" dirty="0"/>
              <a:t>В дальнейшем мы сможем развивать ее и делать более интересной и разнообразной</a:t>
            </a:r>
          </a:p>
        </p:txBody>
      </p:sp>
    </p:spTree>
    <p:extLst>
      <p:ext uri="{BB962C8B-B14F-4D97-AF65-F5344CB8AC3E}">
        <p14:creationId xmlns:p14="http://schemas.microsoft.com/office/powerpoint/2010/main" val="16853740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127</Words>
  <Application>Microsoft Office PowerPoint</Application>
  <PresentationFormat>Широкоэкранный</PresentationFormat>
  <Paragraphs>28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Платформер с головоломкой</vt:lpstr>
      <vt:lpstr>Цели и задачи проекта:</vt:lpstr>
      <vt:lpstr>Аналоги</vt:lpstr>
      <vt:lpstr>Процесс создания:</vt:lpstr>
      <vt:lpstr>Демонстрация работы:</vt:lpstr>
      <vt:lpstr>Итоги: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Силаев</dc:creator>
  <cp:lastModifiedBy>Андрей Силаев</cp:lastModifiedBy>
  <cp:revision>5</cp:revision>
  <dcterms:created xsi:type="dcterms:W3CDTF">2026-01-20T15:06:32Z</dcterms:created>
  <dcterms:modified xsi:type="dcterms:W3CDTF">2026-01-20T15:38:32Z</dcterms:modified>
</cp:coreProperties>
</file>